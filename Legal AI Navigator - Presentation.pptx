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2a755e98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2a755e98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2a755e98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2a755e98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2a755e98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2a755e98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a755e98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2a755e98d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a755e98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2a755e98d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10576" y="2177355"/>
            <a:ext cx="67708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Legal AI </a:t>
            </a: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Navigator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95675" y="328225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Enterprise Multi-Agent Classification Pipeline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314825" y="4232820"/>
            <a:ext cx="356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CAPSTONE IMPLEMENTATION 2026 </a:t>
            </a:r>
            <a:endParaRPr b="0" i="0" sz="1500" u="none" cap="none" strike="noStrike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Maharth Thakar</a:t>
            </a:r>
            <a:endParaRPr sz="15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857375"/>
            <a:ext cx="5295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521297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Centralized Ingestion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5557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The Legal AI Navigator replaces scattered manual reviews with a unified, dark-mode enterprise dashboard.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37080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Built on Streamlit for instant deployment.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2033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Seamless interface for legal ops.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6986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Direct integration with underlying LangGraph logic.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13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66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3199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Unified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Command Center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3800" y="1749630"/>
            <a:ext cx="5997501" cy="389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Batch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Intake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426047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Handling Enterprise Scale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86032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Users can drag and drop massive quantities of unsorted legal PDFs directly into the ingestion zone.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380330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Immediate staging of 19+ documents.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429860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One-click pipeline execution.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479390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Pre-loads metadata into system memory.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66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319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272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3700" y="1670175"/>
            <a:ext cx="6860749" cy="39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6343650" y="2368897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Transparent Processing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43650" y="280317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As the LangGraph nodes spin up, the UI provides real-time feedback, eliminating the "black box" anxiety typical in AI products.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77025" y="38604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Dynamic progress tracking.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677025" y="43557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Live status updates (Analyzing: bw_doc_1...).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77025" y="485105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Asynchronous API calls to Llama-3.1.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38937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43890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488439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25" y="1925625"/>
            <a:ext cx="6221102" cy="35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38" y="152400"/>
            <a:ext cx="11480714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19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3450" y="3146190"/>
            <a:ext cx="52768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3450" y="3846165"/>
            <a:ext cx="52768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3450" y="4570065"/>
            <a:ext cx="52768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3450" y="5293965"/>
            <a:ext cx="52768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183450" y="1840259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Quantifiable Triage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183450" y="2274540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Upon completion, the dashboard immediately calculates the batch distribution, highlighting critical enterprise risks.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373950" y="3165853"/>
            <a:ext cx="20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19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412050" y="3998565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9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3412050" y="4722465"/>
            <a:ext cx="1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B308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3412050" y="544636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3183450" y="47625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Instant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KPI Insights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50" y="102100"/>
            <a:ext cx="1145132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4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3727950" y="571500"/>
            <a:ext cx="5200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Triage Cards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727950" y="2735609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Color-Coded Routing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3727950" y="316989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Documents are transformed into actionable result cards, visually separated by their LangGraph classification.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3727950" y="3922365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The system clearly delineates between </a:t>
            </a:r>
            <a:r>
              <a:rPr b="0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Irrelevant</a:t>
            </a: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documents,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Urbanist"/>
                <a:ea typeface="Urbanist"/>
                <a:cs typeface="Urbanist"/>
                <a:sym typeface="Urbanist"/>
              </a:rPr>
              <a:t>Review Queue</a:t>
            </a: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anomalies, and critical </a:t>
            </a:r>
            <a:r>
              <a:rPr b="0" i="0" lang="en-US" sz="15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Cease Directives</a:t>
            </a: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38" y="152400"/>
            <a:ext cx="1145132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37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3144650" y="2521297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Step-by-Step Transparency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3144650" y="2955577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Every single result can be expanded to reveal the exact logic pathway taken by the multi-agent system.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3478025" y="3708052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Timestamps for OCR &amp; Sanitization.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3478025" y="4203352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LLM Confidence Scores rendered in UI.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3478025" y="4698652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Algorithmic verification status.</a:t>
            </a:r>
            <a:endParaRPr/>
          </a:p>
        </p:txBody>
      </p:sp>
      <p:pic>
        <p:nvPicPr>
          <p:cNvPr descr="image.png"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4650" y="37413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4650" y="42366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4650" y="473199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2853575" y="585150"/>
            <a:ext cx="1154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Algorithmic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Auditability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25" y="152400"/>
            <a:ext cx="1144156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8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3617375" y="2583209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High-Priority Routing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3617375" y="3017490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Only the documents flagged as </a:t>
            </a:r>
            <a:r>
              <a:rPr b="0" i="0" lang="en-US" sz="15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Cease Directives</a:t>
            </a: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are persisted to the secure SQLite Datastore.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3617375" y="3769965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This filters out the noise of irrelevant notices and allows legal operations teams to immediately export the 9 critical directives via CSV to external systems like Salesforce or ServiceNow.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3617375" y="476250"/>
            <a:ext cx="1160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CRM-Ready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Datastore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00" y="152400"/>
            <a:ext cx="1145132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/>
        </p:nvSpPr>
        <p:spPr>
          <a:xfrm>
            <a:off x="3319462" y="3217515"/>
            <a:ext cx="5553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Thank you for reviewing the Legal AI Navigator Pipeline.</a:t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3770750" y="4297550"/>
            <a:ext cx="473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https://github.com/maharththakar/Capstone-Project</a:t>
            </a:r>
            <a:endParaRPr/>
          </a:p>
        </p:txBody>
      </p:sp>
      <p:pic>
        <p:nvPicPr>
          <p:cNvPr descr="image.png" id="214" name="Google Shape;2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3770743" y="4317810"/>
            <a:ext cx="172357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